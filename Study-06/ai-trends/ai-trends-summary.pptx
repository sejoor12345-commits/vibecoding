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2026년 기준 AI 기술의 큰 흐름 6가지를 한 장에 정리했다. 에이전트와 코딩 에이전트는 이 공부(바이브코딩)와 직접 이어지고, MCP는 Study-06에서 Playwright를 연결할 때 쓴 바로 그 방식이다. 세부 수치나 최신 소식은 발표 전에 다시 확인할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F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기술 트렌드 · 1페이지 요약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'대답하는 도구'에서 '일하는 동료'로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332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C8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눈여겨볼 6가지 흐름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251E45"/>
          </a:solidFill>
          <a:ln w="12700">
            <a:solidFill>
              <a:srgbClr val="251E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618488"/>
            <a:ext cx="384048" cy="384048"/>
          </a:xfrm>
          <a:prstGeom prst="ellipse">
            <a:avLst/>
          </a:prstGeom>
          <a:solidFill>
            <a:srgbClr val="6EF0C2"/>
          </a:solidFill>
          <a:ln w="12700">
            <a:solidFill>
              <a:srgbClr val="6EF0C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709928"/>
            <a:ext cx="201168" cy="20116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15568" y="1618488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에이전트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621792" y="2084832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FC8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질문에 답하는 데서 그치지 않고, 스스로 계획을 세우고 도구를 써서 여러 단계의 일을 끝까지 해낸다.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68980" y="146304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251E45"/>
          </a:solidFill>
          <a:ln w="12700">
            <a:solidFill>
              <a:srgbClr val="251E4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33572" y="1618488"/>
            <a:ext cx="384048" cy="384048"/>
          </a:xfrm>
          <a:prstGeom prst="ellipse">
            <a:avLst/>
          </a:prstGeom>
          <a:solidFill>
            <a:srgbClr val="6EF0C2"/>
          </a:solidFill>
          <a:ln w="12700">
            <a:solidFill>
              <a:srgbClr val="6EF0C2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5012" y="1709928"/>
            <a:ext cx="201168" cy="20116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927348" y="1618488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코딩 에이전트 · 바이브코딩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3433572" y="2084832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FC8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말로 설명하면 AI가 코드 작성, 테스트, 수정까지. 개발자는 설명하고 검토하는 역할로 바뀌는 중.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080760" y="146304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251E45"/>
          </a:solidFill>
          <a:ln w="12700">
            <a:solidFill>
              <a:srgbClr val="251E4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245352" y="1618488"/>
            <a:ext cx="384048" cy="384048"/>
          </a:xfrm>
          <a:prstGeom prst="ellipse">
            <a:avLst/>
          </a:prstGeom>
          <a:solidFill>
            <a:srgbClr val="6EF0C2"/>
          </a:solidFill>
          <a:ln w="12700">
            <a:solidFill>
              <a:srgbClr val="6EF0C2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1709928"/>
            <a:ext cx="201168" cy="20116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739128" y="1618488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생각하는(추론) 모델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6245352" y="2084832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FC8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답하기 전에 단계별로 따져 보는 모델이 늘면서 수학, 코딩, 분석 문제의 정확도가 크게 올랐다.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457200" y="292608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251E45"/>
          </a:solidFill>
          <a:ln w="12700">
            <a:solidFill>
              <a:srgbClr val="251E45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21792" y="3081528"/>
            <a:ext cx="384048" cy="384048"/>
          </a:xfrm>
          <a:prstGeom prst="ellipse">
            <a:avLst/>
          </a:prstGeom>
          <a:solidFill>
            <a:srgbClr val="6EF0C2"/>
          </a:solidFill>
          <a:ln w="12700">
            <a:solidFill>
              <a:srgbClr val="6EF0C2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3172968"/>
            <a:ext cx="201168" cy="20116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115568" y="3081528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멀티모달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621792" y="3547872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FC8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글, 이미지, 음성, 영상을 한 모델이 함께 이해하고 만든다. 화면을 보고 컴퓨터를 조작하기도 한다.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3268980" y="292608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251E45"/>
          </a:solidFill>
          <a:ln w="12700">
            <a:solidFill>
              <a:srgbClr val="251E45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3433572" y="3081528"/>
            <a:ext cx="384048" cy="384048"/>
          </a:xfrm>
          <a:prstGeom prst="ellipse">
            <a:avLst/>
          </a:prstGeom>
          <a:solidFill>
            <a:srgbClr val="6EF0C2"/>
          </a:solidFill>
          <a:ln w="12700">
            <a:solidFill>
              <a:srgbClr val="6EF0C2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5012" y="3172968"/>
            <a:ext cx="201168" cy="201168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3927348" y="3081528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연결 표준 (MCP)</a:t>
            </a:r>
            <a:endParaRPr lang="en-US" sz="1250" dirty="0"/>
          </a:p>
        </p:txBody>
      </p:sp>
      <p:sp>
        <p:nvSpPr>
          <p:cNvPr id="29" name="Text 22"/>
          <p:cNvSpPr txBox="1"/>
          <p:nvPr/>
        </p:nvSpPr>
        <p:spPr>
          <a:xfrm>
            <a:off x="3433572" y="3547872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FC8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AI를 브라우저, 문서, 업무 앱에 꽂아 쓰는 공통 규격이 퍼지며 AI가 할 수 있는 일이 넓어지고 있다.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6080760" y="292608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251E45"/>
          </a:solidFill>
          <a:ln w="12700">
            <a:solidFill>
              <a:srgbClr val="251E45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6245352" y="3081528"/>
            <a:ext cx="384048" cy="384048"/>
          </a:xfrm>
          <a:prstGeom prst="ellipse">
            <a:avLst/>
          </a:prstGeom>
          <a:solidFill>
            <a:srgbClr val="6EF0C2"/>
          </a:solidFill>
          <a:ln w="12700">
            <a:solidFill>
              <a:srgbClr val="6EF0C2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6792" y="3172968"/>
            <a:ext cx="201168" cy="201168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6739128" y="3081528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책임 있는 AI</a:t>
            </a:r>
            <a:endParaRPr lang="en-US" sz="1250" dirty="0"/>
          </a:p>
        </p:txBody>
      </p:sp>
      <p:sp>
        <p:nvSpPr>
          <p:cNvPr id="34" name="Text 26"/>
          <p:cNvSpPr txBox="1"/>
          <p:nvPr/>
        </p:nvSpPr>
        <p:spPr>
          <a:xfrm>
            <a:off x="6245352" y="3547872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FC8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각국 규제가 시행되면서 개인정보, 저작권, 안전성 검증이 AI 서비스를 만들 때 기본 조건이 됐다.</a:t>
            </a:r>
            <a:endParaRPr lang="en-US" sz="950" dirty="0"/>
          </a:p>
        </p:txBody>
      </p:sp>
      <p:sp>
        <p:nvSpPr>
          <p:cNvPr id="35" name="Shape 27"/>
          <p:cNvSpPr/>
          <p:nvPr/>
        </p:nvSpPr>
        <p:spPr>
          <a:xfrm>
            <a:off x="457200" y="438912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6EF0C2">
              <a:alpha val="12000"/>
            </a:srgbClr>
          </a:solidFill>
          <a:ln w="9525">
            <a:solidFill>
              <a:srgbClr val="6EF0C2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792" y="4517136"/>
            <a:ext cx="201168" cy="201168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932688" y="4389120"/>
            <a:ext cx="7635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F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나에게 주는 의미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코드를 외우는 힘보다, AI에게 일을 잘 설명하고 결과를 리뷰·테스트로 검증하는 힘이 중요해진다.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기술 트렌드 1페이지 요약</dc:title>
  <dc:subject>PptxGenJS Presentation</dc:subject>
  <dc:creator>PptxGenJS</dc:creator>
  <cp:lastModifiedBy>PptxGenJS</cp:lastModifiedBy>
  <cp:revision>1</cp:revision>
  <dcterms:created xsi:type="dcterms:W3CDTF">2026-09-28T02:30:25Z</dcterms:created>
  <dcterms:modified xsi:type="dcterms:W3CDTF">2026-09-28T02:30:25Z</dcterms:modified>
</cp:coreProperties>
</file>